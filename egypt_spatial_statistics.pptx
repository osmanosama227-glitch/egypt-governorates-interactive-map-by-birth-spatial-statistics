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"/>
            <a:ext cx="1371600" cy="1371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548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STATISTICS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1078992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Births by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(2016)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11480" y="2971800"/>
            <a:ext cx="56692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9992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Choropleth &amp; Point Visualization | CAPMAS Official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Osama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918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Chinese University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722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Statistics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389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CAPMAS Official Egypt Statistical Yearbook 2016/2017 — Egypt's primary national statistics authority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8686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86868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114300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887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Focus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Egyptian Governorates mapped using official shapefiles in WGS84 coordinate reference system (EPSG 4326)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8346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834640"/>
            <a:ext cx="73152" cy="1828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births per governorate in 2016 — total ~2.3 million births across all regions of Egypt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00600" y="28346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2834640"/>
            <a:ext cx="73152" cy="1828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0" y="3108960"/>
            <a:ext cx="594360" cy="5943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02920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choropleth map, proportional point map, interactive HTML maps, and a top-10 bar chart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Statistics Assignment | Egyptian Chinese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8-Part R Workflow — From Raw Data to Published Maps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43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Libraries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sf, ggplot2, plotly, dplyr, viridis, scales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80160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243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Shapefile 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5361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governorate boundaries (EPSG 4326)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12848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Extract Names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governorate names exported to CSV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121408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Births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468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CAPMAS 2016 official birth counts per governorate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145536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108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Spatial Merge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left_join by name + centroid &amp; category computation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54096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145536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1089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Static 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choropleth with labels &amp; color classification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078224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40416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Interactive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3342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ggplotly HTML map with hover tooltips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86784"/>
            <a:ext cx="4160520" cy="77724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078224"/>
            <a:ext cx="566928" cy="56692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78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32120" y="40416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Point Map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32120" y="43342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circles at centroids — size ∝ births</a:t>
            </a:r>
            <a:endParaRPr lang="en-US" sz="9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82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— Births by Category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6692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82296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CATEGORIES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09360" y="1417320"/>
            <a:ext cx="2743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56832" y="1399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 ≥150K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56832" y="173736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Giza, Alexandria,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Sharqiya, Beheira, Minya,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Daqahliya, Sohag, Beheira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309360" y="2532888"/>
            <a:ext cx="27432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70K–150K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56832" y="2852928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Gharbiya, Monufia,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Qaliubiya, Assiut, Fayoum,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 Suef, Qena, KFR el-Shaykh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09360" y="3648456"/>
            <a:ext cx="274320" cy="274320"/>
          </a:xfrm>
          <a:prstGeom prst="rect">
            <a:avLst/>
          </a:prstGeom>
          <a:solidFill>
            <a:srgbClr val="A8D5A2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6832" y="36301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&lt;70K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56832" y="396849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Damietta, Ismailia,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Suez, Port Said, Aswan,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Luxor, Red Sea, S. Sinai…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4320" y="48280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CAPMAS 2016/2017 Statistical Yearbook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VISUALIZATION — Proportional Circles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Proportional Circle Map?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governorate is represented by a 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placed at its centroid.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circle's area is directly proportional to the number of registered births — the bigger the circle, the more births recorded in that governorate.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5120640" cy="1554480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vs. Point Map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27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fills entire polygon — large desert governorates dominate visually even with few births.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301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60273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circles show true magnitude — South Sinai's tiny circle vs. Cairo's large one tells the real story.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SIZE LEGEND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92240" y="1417320"/>
            <a:ext cx="731520" cy="73152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≥150K births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606540" y="2359152"/>
            <a:ext cx="502920" cy="50292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00900" y="24277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70–150K births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11696" y="3108960"/>
            <a:ext cx="292608" cy="292608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095744" y="30723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&lt;70K births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Code: geom_point(aes(size = Births_2016)) + scale_size_area(max_size = 18)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GOVERNORATES BY BIRTHS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777240"/>
            <a:ext cx="6217920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6560" y="105156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766560" y="1051560"/>
            <a:ext cx="64008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03720" y="1216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241K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903720" y="1709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766560" y="2404872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766560" y="2404872"/>
            <a:ext cx="64008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03720" y="2569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90372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66560" y="3758184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66560" y="3758184"/>
            <a:ext cx="64008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03720" y="39227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3,372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903720" y="4416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Sinai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(Lowest)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4320" y="48280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CAPMAS 2016/2017 Statistical Yearbook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605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23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Nile Delta and Valley concentrate over 80% of Egypt's births. Cairo, Giza, Sharqiya, Beheira, Alexandria, and Minya alone account for more than 1.2 million births.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16052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23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9235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Governorates — Sparse Population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Valley, South Sinai, and Red Sea governorates cover vast desert territories but recorded fewer than 30,000 births combined — a stark contrast to their geographic size.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41605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Map vs. Choropleth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proportional circle map corrects the visual bias of the choropleth: large desert governorates shrink to small dots, while densely populated Delta governorates become the visual focus.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416052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935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ggplotly HTML maps enable drill-down exploration — hover tooltips reveal exact birth counts and categories for each governorate without cluttering the static view.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OUTPUT FILES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Packages Used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298448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73936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htmlwidgets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249424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viridis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724912"/>
            <a:ext cx="1920240" cy="347472"/>
          </a:xfrm>
          <a:prstGeom prst="rect">
            <a:avLst/>
          </a:prstGeom>
          <a:solidFill>
            <a:srgbClr val="0D32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RColorBrewer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(9 total)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29844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85232" y="1298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governorate_names.csv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691640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85232" y="1691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governorates_births.csv</a:t>
            </a:r>
            <a:endParaRPr lang="en-US" sz="10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084832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85232" y="2084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egypt_births_map.png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47802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85232" y="2478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egypt_map.html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871216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85232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egypt_births_updated.shp</a:t>
            </a:r>
            <a:endParaRPr lang="en-US" sz="10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6440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85232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governorates_births_final.csv</a:t>
            </a:r>
            <a:endParaRPr lang="en-US" sz="10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657600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85232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egypt_births_top10.png</a:t>
            </a:r>
            <a:endParaRPr lang="en-US" sz="10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4050792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285232" y="4050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egypt_births_point_map.png</a:t>
            </a:r>
            <a:endParaRPr lang="en-US" sz="10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4443984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85232" y="4443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egypt_point_map.html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E8A83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59436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Births by Governorate — Spatial Statistics Assignment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Osama  </a:t>
            </a:r>
            <a:pPr algn="ctr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Chinese University  </a:t>
            </a:r>
            <a:pPr algn="ctr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CAPMAS 2016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Statistics – Egypt Births by Governorate 2016</dc:title>
  <dc:subject>PptxGenJS Presentation</dc:subject>
  <dc:creator>Osman Osama</dc:creator>
  <cp:lastModifiedBy>Osman Osama</cp:lastModifiedBy>
  <cp:revision>1</cp:revision>
  <dcterms:created xsi:type="dcterms:W3CDTF">2026-04-27T20:45:01Z</dcterms:created>
  <dcterms:modified xsi:type="dcterms:W3CDTF">2026-04-27T20:45:01Z</dcterms:modified>
</cp:coreProperties>
</file>